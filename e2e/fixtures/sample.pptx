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</a:rPr>
              <a:t>E2E インポートテスト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本文テキスト: PPTX import regression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14400" y="3108960"/>
            <a:ext cx="2743200" cy="1097280"/>
          </a:xfrm>
          <a:prstGeom prst="rect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22"/>
                </a:solidFill>
              </a:rPr>
              <a:t>2枚目のスライド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Second slide body text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2026-06-16T02:29:46Z</dcterms:created>
  <dcterms:modified xsi:type="dcterms:W3CDTF">2026-06-16T02:29:46Z</dcterms:modified>
</cp:coreProperties>
</file>